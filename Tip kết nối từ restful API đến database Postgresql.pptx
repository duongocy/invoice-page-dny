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BA8AF84-7A73-4DFD-BDA9-5995BBA2B592}"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341750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A8AF84-7A73-4DFD-BDA9-5995BBA2B592}"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3243896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BA8AF84-7A73-4DFD-BDA9-5995BBA2B592}"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6216359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BA8AF84-7A73-4DFD-BDA9-5995BBA2B592}"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740203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BA8AF84-7A73-4DFD-BDA9-5995BBA2B592}" type="datetimeFigureOut">
              <a:rPr lang="en-US" smtClean="0"/>
              <a:t>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3951397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BA8AF84-7A73-4DFD-BDA9-5995BBA2B592}" type="datetimeFigureOut">
              <a:rPr lang="en-US" smtClean="0"/>
              <a:t>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2671165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A8AF84-7A73-4DFD-BDA9-5995BBA2B592}" type="datetimeFigureOut">
              <a:rPr lang="en-US" smtClean="0"/>
              <a:t>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27265243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A8AF84-7A73-4DFD-BDA9-5995BBA2B592}"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525412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BA8AF84-7A73-4DFD-BDA9-5995BBA2B592}" type="datetimeFigureOut">
              <a:rPr lang="en-US" smtClean="0"/>
              <a:t>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101119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A8AF84-7A73-4DFD-BDA9-5995BBA2B592}"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4199931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BA8AF84-7A73-4DFD-BDA9-5995BBA2B592}" type="datetimeFigureOut">
              <a:rPr lang="en-US" smtClean="0"/>
              <a:t>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FAED59-72FA-4E4D-85BC-EA14A212E421}" type="slidenum">
              <a:rPr lang="en-US" smtClean="0"/>
              <a:t>‹#›</a:t>
            </a:fld>
            <a:endParaRPr lang="en-US"/>
          </a:p>
        </p:txBody>
      </p:sp>
    </p:spTree>
    <p:extLst>
      <p:ext uri="{BB962C8B-B14F-4D97-AF65-F5344CB8AC3E}">
        <p14:creationId xmlns:p14="http://schemas.microsoft.com/office/powerpoint/2010/main" val="3619417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A8AF84-7A73-4DFD-BDA9-5995BBA2B592}" type="datetimeFigureOut">
              <a:rPr lang="en-US" smtClean="0"/>
              <a:t>2/7/2025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FAED59-72FA-4E4D-85BC-EA14A212E421}" type="slidenum">
              <a:rPr lang="en-US" smtClean="0"/>
              <a:t>‹#›</a:t>
            </a:fld>
            <a:endParaRPr lang="en-US"/>
          </a:p>
        </p:txBody>
      </p:sp>
    </p:spTree>
    <p:extLst>
      <p:ext uri="{BB962C8B-B14F-4D97-AF65-F5344CB8AC3E}">
        <p14:creationId xmlns:p14="http://schemas.microsoft.com/office/powerpoint/2010/main" val="23249901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5952548"/>
          </a:xfrm>
        </p:spPr>
        <p:txBody>
          <a:bodyPr>
            <a:normAutofit/>
          </a:bodyPr>
          <a:lstStyle/>
          <a:p>
            <a:r>
              <a:rPr lang="en-US" dirty="0" err="1" smtClean="0"/>
              <a:t>Cài</a:t>
            </a:r>
            <a:r>
              <a:rPr lang="en-US" dirty="0" smtClean="0"/>
              <a:t> </a:t>
            </a:r>
            <a:r>
              <a:rPr lang="en-US" dirty="0" err="1" smtClean="0"/>
              <a:t>đặt</a:t>
            </a:r>
            <a:r>
              <a:rPr lang="en-US" dirty="0" smtClean="0"/>
              <a:t> rule inbound </a:t>
            </a:r>
            <a:r>
              <a:rPr lang="en-US" dirty="0" err="1" smtClean="0"/>
              <a:t>cho</a:t>
            </a:r>
            <a:r>
              <a:rPr lang="en-US" dirty="0" smtClean="0"/>
              <a:t> </a:t>
            </a:r>
            <a:r>
              <a:rPr lang="en-US" dirty="0" err="1" smtClean="0"/>
              <a:t>phép</a:t>
            </a:r>
            <a:r>
              <a:rPr lang="en-US" dirty="0" smtClean="0"/>
              <a:t> </a:t>
            </a:r>
            <a:r>
              <a:rPr lang="en-US" dirty="0" err="1" smtClean="0"/>
              <a:t>mọi</a:t>
            </a:r>
            <a:r>
              <a:rPr lang="en-US" dirty="0" smtClean="0"/>
              <a:t> </a:t>
            </a:r>
            <a:r>
              <a:rPr lang="en-US" dirty="0" err="1" smtClean="0"/>
              <a:t>kết</a:t>
            </a:r>
            <a:r>
              <a:rPr lang="en-US" dirty="0" smtClean="0"/>
              <a:t> </a:t>
            </a:r>
            <a:r>
              <a:rPr lang="en-US" dirty="0" err="1" smtClean="0"/>
              <a:t>nối</a:t>
            </a:r>
            <a:r>
              <a:rPr lang="en-US" dirty="0" smtClean="0"/>
              <a:t> </a:t>
            </a:r>
            <a:r>
              <a:rPr lang="en-US" dirty="0" err="1" smtClean="0"/>
              <a:t>đến</a:t>
            </a:r>
            <a:r>
              <a:rPr lang="en-US" dirty="0" smtClean="0"/>
              <a:t> </a:t>
            </a:r>
            <a:r>
              <a:rPr lang="en-US" dirty="0" err="1" smtClean="0"/>
              <a:t>cổng</a:t>
            </a:r>
            <a:r>
              <a:rPr lang="en-US" dirty="0" smtClean="0"/>
              <a:t> 5432</a:t>
            </a:r>
            <a:br>
              <a:rPr lang="en-US" dirty="0" smtClean="0"/>
            </a:br>
            <a:r>
              <a:rPr lang="en-US" dirty="0" err="1" smtClean="0"/>
              <a:t>Cài</a:t>
            </a:r>
            <a:r>
              <a:rPr lang="en-US" dirty="0" smtClean="0"/>
              <a:t> </a:t>
            </a:r>
            <a:r>
              <a:rPr lang="en-US" dirty="0" err="1" smtClean="0"/>
              <a:t>đặt</a:t>
            </a:r>
            <a:r>
              <a:rPr lang="en-US" dirty="0" smtClean="0"/>
              <a:t> port forwarding </a:t>
            </a:r>
            <a:r>
              <a:rPr lang="en-US" dirty="0" err="1" smtClean="0"/>
              <a:t>cho</a:t>
            </a:r>
            <a:r>
              <a:rPr lang="en-US" dirty="0" smtClean="0"/>
              <a:t> router </a:t>
            </a:r>
            <a:r>
              <a:rPr lang="en-US" dirty="0" err="1" smtClean="0"/>
              <a:t>wifi</a:t>
            </a:r>
            <a:r>
              <a:rPr lang="en-US" dirty="0" smtClean="0"/>
              <a:t> </a:t>
            </a:r>
            <a:br>
              <a:rPr lang="en-US" dirty="0" smtClean="0"/>
            </a:br>
            <a:r>
              <a:rPr lang="en-US" dirty="0" err="1" smtClean="0"/>
              <a:t>Sử</a:t>
            </a:r>
            <a:r>
              <a:rPr lang="en-US" dirty="0" smtClean="0"/>
              <a:t> </a:t>
            </a:r>
            <a:r>
              <a:rPr lang="en-US" dirty="0" err="1" smtClean="0"/>
              <a:t>dụng</a:t>
            </a:r>
            <a:r>
              <a:rPr lang="en-US" dirty="0" smtClean="0"/>
              <a:t> </a:t>
            </a:r>
            <a:r>
              <a:rPr lang="en-US" dirty="0" err="1" smtClean="0"/>
              <a:t>địa</a:t>
            </a:r>
            <a:r>
              <a:rPr lang="en-US" dirty="0" smtClean="0"/>
              <a:t> </a:t>
            </a:r>
            <a:r>
              <a:rPr lang="en-US" dirty="0" err="1" smtClean="0"/>
              <a:t>chỉ</a:t>
            </a:r>
            <a:r>
              <a:rPr lang="en-US" dirty="0" smtClean="0"/>
              <a:t> IP </a:t>
            </a:r>
            <a:r>
              <a:rPr lang="en-US" dirty="0" err="1" smtClean="0"/>
              <a:t>công</a:t>
            </a:r>
            <a:r>
              <a:rPr lang="en-US" dirty="0" smtClean="0"/>
              <a:t> </a:t>
            </a:r>
            <a:r>
              <a:rPr lang="en-US" dirty="0" err="1" smtClean="0"/>
              <a:t>khai</a:t>
            </a:r>
            <a:r>
              <a:rPr lang="en-US" dirty="0" smtClean="0"/>
              <a:t> </a:t>
            </a:r>
            <a:r>
              <a:rPr lang="en-US" dirty="0" err="1" smtClean="0"/>
              <a:t>của</a:t>
            </a:r>
            <a:r>
              <a:rPr lang="en-US" dirty="0" smtClean="0"/>
              <a:t> </a:t>
            </a:r>
            <a:r>
              <a:rPr lang="en-US" dirty="0" err="1" smtClean="0"/>
              <a:t>máy</a:t>
            </a:r>
            <a:r>
              <a:rPr lang="en-US" dirty="0" smtClean="0"/>
              <a:t> (</a:t>
            </a:r>
            <a:r>
              <a:rPr lang="en-US" dirty="0" err="1" smtClean="0"/>
              <a:t>tìm</a:t>
            </a:r>
            <a:r>
              <a:rPr lang="en-US" dirty="0" smtClean="0"/>
              <a:t> </a:t>
            </a:r>
            <a:r>
              <a:rPr lang="en-US" dirty="0" err="1" smtClean="0"/>
              <a:t>trên</a:t>
            </a:r>
            <a:r>
              <a:rPr lang="en-US" dirty="0" smtClean="0"/>
              <a:t> what is my IP?)</a:t>
            </a:r>
            <a:br>
              <a:rPr lang="en-US" dirty="0" smtClean="0"/>
            </a:br>
            <a:r>
              <a:rPr lang="en-US" dirty="0" smtClean="0"/>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1751220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12</Words>
  <Application>Microsoft Office PowerPoint</Application>
  <PresentationFormat>Widescreen</PresentationFormat>
  <Paragraphs>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Cài đặt rule inbound cho phép mọi kết nối đến cổng 5432 Cài đặt port forwarding cho router wifi  Sử dụng địa chỉ IP công khai của máy (tìm trên what is my IP?)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Cài đặt rule inbound cho phép mọi kết nối đến cổng 5432 Cài đặt port forwarding cho router wifi  Sử dụng địa chỉ IP công khai của máy (tìm trên what is my IP?)   </dc:title>
  <dc:creator>Admin</dc:creator>
  <cp:lastModifiedBy>Admin</cp:lastModifiedBy>
  <cp:revision>2</cp:revision>
  <dcterms:created xsi:type="dcterms:W3CDTF">2025-07-02T14:17:18Z</dcterms:created>
  <dcterms:modified xsi:type="dcterms:W3CDTF">2025-07-02T14:27:42Z</dcterms:modified>
</cp:coreProperties>
</file>